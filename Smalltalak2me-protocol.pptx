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1" r:id="rId9"/>
    <p:sldId id="273" r:id="rId10"/>
    <p:sldId id="270" r:id="rId11"/>
    <p:sldId id="269" r:id="rId12"/>
    <p:sldId id="268" r:id="rId13"/>
    <p:sldId id="274" r:id="rId14"/>
    <p:sldId id="267" r:id="rId15"/>
    <p:sldId id="266" r:id="rId16"/>
    <p:sldId id="265" r:id="rId17"/>
    <p:sldId id="264" r:id="rId18"/>
    <p:sldId id="263" r:id="rId19"/>
    <p:sldId id="262" r:id="rId20"/>
    <p:sldId id="283" r:id="rId21"/>
    <p:sldId id="282" r:id="rId22"/>
    <p:sldId id="281" r:id="rId23"/>
    <p:sldId id="280" r:id="rId24"/>
    <p:sldId id="279" r:id="rId25"/>
    <p:sldId id="278" r:id="rId26"/>
    <p:sldId id="277" r:id="rId27"/>
    <p:sldId id="276" r:id="rId28"/>
    <p:sldId id="275" r:id="rId29"/>
    <p:sldId id="290" r:id="rId30"/>
    <p:sldId id="284" r:id="rId31"/>
    <p:sldId id="289" r:id="rId3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3731B-EB2B-4BA1-3E61-6891A5A60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B6C9BA-F142-6474-301E-7F9EA8630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303947-2857-D5EC-3E1B-FE2A1494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A1BF43-1024-B324-2925-7F5C257C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BA735B-36D4-7A96-F688-485CFA6A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856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A6C24-6961-4BE7-D3F0-F44390C7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B3AB2-795A-D0D4-2E5E-69265EF8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3031C0-5153-217F-E9B7-AEAEA0CC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5858A-BD64-0E6F-3514-24B39996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9A1A1-299C-7069-9050-83A1004D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991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F5F39-4B15-C898-05B4-6A8860F6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A7C944-B15B-0DFC-BCA0-5BB26466C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FBDB90-DC60-9EE9-BD04-454226BF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FE3EBA-FA95-AF57-83AD-4E46C8BC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1D4F28-7F7C-9077-783C-37A6B09E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016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AEDD5-2C93-B7B5-21E0-FD60C2AA9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2A1683-990A-6BF6-2C8C-E4B227851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84A8DB-B2AE-BA79-00CF-7A0D80F49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8E3894-25D2-161C-6C5F-CCC3ADE2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67DCE8-9A51-3D77-48F6-B10AA061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B7D9AE-D0D4-E0A8-1DC0-99983B5C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26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A04A0-6B32-2759-27F8-28F7C4C9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D748D-9936-448C-0253-9657CD431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31A179-D6AD-16DD-6EE6-8C60324C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E5C313-B46D-E59B-F023-2E2825BB5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7D1B88-19BF-3883-F006-9BF6AA254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18262B-11BF-B5F7-44DB-C274BD3E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7F02D0-3523-DE97-88C6-EAFFBB84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4D7B2C-0338-7DD5-F10F-0050498F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822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095BF-F855-9E3E-3BDD-0FFCDFC1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AD5DC87-B696-7AA6-E5EC-4E1B2CD3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D84333-755D-4439-DD37-A8A65E64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9AFC8-9744-542B-DE56-3B09BB74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271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0684496-A250-99D2-A7A5-0DD06760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B2FCB0-2F89-40FE-51D9-10F343E0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A3AC4D-7966-D9B2-8DB2-5E197DB0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343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CD00F-229F-C024-D3F0-FA9FB0DA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D2E2B9-7FCA-D7C1-A1DE-F91AAA6FA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9C5B8E-49C8-BFE7-7FC4-DAB44883D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CCB7C8-E43D-BB0E-B231-65EDB42F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CE3582-890B-25CC-781B-608F3920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646AD9-68ED-D294-8554-68488052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581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446CE-A845-9301-5F69-BB0A1D386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67584D-BAC0-7927-4E1E-E69E6F423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B08026-30D8-1898-A0CC-E60F1E09F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0227B0-0116-8D81-E055-18DA9F0D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6EDA57-67F6-20A2-4204-2C256B8B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7CCD48-9794-73F7-38B2-B93909B7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864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68F90-3BED-5CD7-8B45-02F47192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B6C65C-8BDB-EF16-F6AB-23D71F231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E18F6-E840-3BE3-BE4D-CA086C87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4A2307-E789-E029-8388-2D1FF086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F321A-2526-4CDF-31BB-446F6FB3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591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11A913-1324-4F4D-271D-D6C772F8F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04CC74-1FCF-019E-B6E6-8C63FB83A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B64E4D-BCB6-37BB-6C0E-DD490383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A039C1-8391-CC4A-B1C7-0EEE6A42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69DB7E-AF15-A63A-003E-0650CF74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737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744A70B-D92C-2452-120D-2C816274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88F0E2-5D23-A895-7399-16F8504C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BD2B33-BF45-72CD-9098-97CBD6E89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F8927-B524-4A2B-A4A8-2D181C3EBE35}" type="datetimeFigureOut">
              <a:rPr lang="es-CO" smtClean="0"/>
              <a:t>23/03/2026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DD260F-A4B2-4D03-BFCC-80C6D4CC2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532C98-B5F3-956F-798A-8E2D78FA4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D962C-3FEB-4E2F-9923-B16A09D0DF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468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FF69A4-E9FC-D3B1-05BB-D1DEFC710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384"/>
            <a:ext cx="12192000" cy="468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3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E609B-4573-0755-9372-AA9EF2CA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6D1807-01CF-22D4-FBE9-3EB1CF7CE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393"/>
            <a:ext cx="12192000" cy="543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1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C04A-757F-4170-C529-24465B92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89DB2F7-45BB-FDE9-343F-DB8FD55FA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737"/>
            <a:ext cx="12192000" cy="54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FF85-E3CB-B740-928C-DA06D8F5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6847E31-677A-EB51-645C-1B97661CE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847"/>
            <a:ext cx="12192000" cy="541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6708-1FA9-F0C1-F54D-9BEE7606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15C673A-E6C5-2EB1-91DB-C71949EED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188"/>
            <a:ext cx="12192000" cy="542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2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E8984-997C-C8D4-8DDB-AA795F10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658E2C-8E6E-4494-B34B-84785C692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780"/>
            <a:ext cx="12192000" cy="54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06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3524-22B2-0B9D-D9CF-D7F7A6E25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F967F3-EF0C-F515-D442-C10812FC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0912"/>
            <a:ext cx="12192000" cy="547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1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F25C-6B4D-4691-3AF5-FE563CF8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A96CEE-5C74-8158-E812-72960A44E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461"/>
            <a:ext cx="12192000" cy="538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5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8D78-83E5-E075-B854-FC76D879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8699FA-3CBD-CDD8-8C66-D24E1F824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680"/>
            <a:ext cx="12192000" cy="545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5ACF-62F4-BA18-D0AE-4D2F5217F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FD7A17-1C52-CF4A-3555-46ACF3732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5"/>
            <a:ext cx="12192000" cy="545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2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6428D-90E2-5028-5F94-13772C3A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181B41-DEC7-1A83-78F8-F23F3EE2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886"/>
            <a:ext cx="12192000" cy="549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2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A461-40C0-0ABA-2C2B-31E3036D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9FCE69-26F0-DFB2-89F0-CEDE97654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0497"/>
            <a:ext cx="12192000" cy="545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A31A5-6D67-B25E-2FCE-4B819B53B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3D2EA5-B80F-5012-2418-46B01372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396"/>
            <a:ext cx="12192000" cy="54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44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30D0-3B67-EA04-171D-9D85D3EC0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278EF5-52E9-9B25-B420-226FF473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1544"/>
            <a:ext cx="12192000" cy="54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81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8D2E-F3C3-2CBF-099D-E4F72446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19541C-F613-2B26-8AE5-6CC3359A7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396"/>
            <a:ext cx="12192000" cy="54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26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0306-49D8-9CE1-5CA0-11CA13C9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EB4AE3-013B-E614-E807-4B05CB6A3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573"/>
            <a:ext cx="12192000" cy="54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53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F5A32-7060-E0B9-9384-9E484C13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DB48FA-F3D8-5C9A-8F83-4A9C30A2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949"/>
            <a:ext cx="12192000" cy="550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20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D4C13-4939-1B3D-29FD-0269D054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A1B0C0-2D81-0F7C-5D15-3D7B71CB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3255"/>
            <a:ext cx="12192000" cy="54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14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95CD6-5F89-05D7-0136-DA5880CC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2D05D5-B709-DF0D-EDE0-0ED3976D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3615"/>
            <a:ext cx="12192000" cy="547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24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99DBF-B484-8D0B-011C-322010F6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3470C5-8CCF-F862-E2E4-754ED6C4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219"/>
            <a:ext cx="12192000" cy="582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598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5651-EF6C-C3E6-00FC-A14CA52A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A92FBD9-FBA8-CA59-9498-4A1D9746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800"/>
            <a:ext cx="12192000" cy="54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4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E2FA-5BE0-8B6B-4C84-665D730DE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91520F-DBF6-A3B9-61FD-C7BD6733A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5017"/>
            <a:ext cx="12192000" cy="476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40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C2D3-9F38-BFBC-5C97-92751B70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A07C54-3868-77C0-01C2-8F42CD23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238"/>
            <a:ext cx="12192000" cy="483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28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6732-7633-62F1-585A-C8F9D4652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5A73EF6-8C24-1555-E0A9-F7BC89DE1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572"/>
            <a:ext cx="12192000" cy="48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55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13515-4276-6F32-9D3F-C847F30C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AE74BC-0433-4048-7D01-EFBF65A5D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1902"/>
            <a:ext cx="12192000" cy="473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33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AA77-75C2-54BE-3EA0-50B03966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72B2ED-66AF-0787-B2C6-374E678D6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156"/>
            <a:ext cx="12192000" cy="524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3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75EA-E8DC-05CA-34D8-5D307087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C61005-B905-BE32-6C27-0998D6994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648"/>
            <a:ext cx="12192000" cy="460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35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7A9B-E9EC-A7C9-34B8-7B34D60E2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DB509B-C963-A5B4-A280-C13A39B2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191"/>
            <a:ext cx="12192000" cy="493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39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E2D4-49ED-B43F-2EB3-C92772E1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4EE546-677A-936A-169E-E6358F70B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984"/>
            <a:ext cx="12192000" cy="494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98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2F6E-8573-63CC-CF91-C1C7D902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175700D-0937-1416-17C6-076B65159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180"/>
            <a:ext cx="12192000" cy="54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28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8F83-E625-724F-BD39-06E38B64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42DB48-C369-97A5-44D9-F303A4482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355"/>
            <a:ext cx="12192000" cy="548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2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Panorámica</PresentationFormat>
  <Paragraphs>0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2026-03-23T21:10:18Z</dcterms:created>
  <dcterms:modified xsi:type="dcterms:W3CDTF">2026-03-23T21:25:41Z</dcterms:modified>
</cp:coreProperties>
</file>