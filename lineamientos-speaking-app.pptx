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017921-36CE-2C2D-27D6-0B45FF9B86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E029AE-FF69-438A-D003-05BADA914B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1BF9FD-4293-4973-C940-1B249EFDA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1F48A-8BF9-4662-AA97-F5CEA2B6D76A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EE9F56-A055-EF1A-7693-1356354A6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4A08B5-B236-AC1F-9B72-AECE71087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243E3-D789-4719-83FE-36E08722C4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41457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CFC669-DEE9-08AB-0FC6-45E0FD92A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3B8D26-1720-CC16-6806-FEEB512C1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AC86DD-67D9-4684-3F72-F556176E7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1F48A-8BF9-4662-AA97-F5CEA2B6D76A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3D46B2-1A20-6029-CCE7-10E8300C4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5A5D20-795A-3087-EC20-70829BB64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243E3-D789-4719-83FE-36E08722C4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9312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5510A3-F31D-B4C3-E472-5C5BB5556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AE82AC0-E82E-1691-C06B-C7BF4D357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58E3AF-DB8E-8646-6A25-FE6F7A29C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1F48A-8BF9-4662-AA97-F5CEA2B6D76A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6F4183-EA86-D9B1-2F77-416C77C7C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8FA5CA-3DEF-2829-9652-CDE9A5BE4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243E3-D789-4719-83FE-36E08722C4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11181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DF0332-65D8-4691-D32B-E9E9ABFB3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87F253-CFAA-5248-BF00-1E503D297D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96AAB6A-7915-40C9-F73F-F117A0FACA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04B709E-A8FA-956B-5DF1-4373FA602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1F48A-8BF9-4662-AA97-F5CEA2B6D76A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2614A54-2205-7E20-2208-75A059C3F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06560B2-E2CA-7908-A36C-A13C69584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243E3-D789-4719-83FE-36E08722C4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23385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0DE081-FA56-40AE-8DE8-854E304B6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9EFC502-748D-B8BF-02C3-7F7EBFDF5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29FD3C6-0062-5C9A-C49D-A678C9A7B1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9C85FD5-8F7C-7CF9-4B9A-4D2697BD2E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DAAA542-4408-E41D-A834-191E1F1CD7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E5158F5-3060-F6B9-DCA8-B5D1CD271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1F48A-8BF9-4662-AA97-F5CEA2B6D76A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FE04D95-DAAC-CBD7-E5E9-0B798DC34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458A584-E34A-4B13-77A9-16C53F0B1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243E3-D789-4719-83FE-36E08722C4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30400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DDEDF1-00D9-AC85-8849-548DEFF73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6627393-B8F0-3CFB-8086-43218637A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1F48A-8BF9-4662-AA97-F5CEA2B6D76A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762E062-97DF-E6D5-E955-D21BBAE97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95596AD-DD17-2DD3-02B1-BF6E13E95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243E3-D789-4719-83FE-36E08722C4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82133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A35FB33-8134-4556-9D66-F04CCEA69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1F48A-8BF9-4662-AA97-F5CEA2B6D76A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189D444-78FC-84C3-16A7-7EA63B80B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3952B61-8207-9CF5-B67D-A2ECD58B5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243E3-D789-4719-83FE-36E08722C4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70147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40C56C-9BC2-FEFD-9C27-58703DAEC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D6E211-F87A-C33E-A7F6-907648C21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0D15B7A-914A-ADBD-CE44-B25A86B1A0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5A7318F-0E74-0184-15F2-55FD7BF09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1F48A-8BF9-4662-AA97-F5CEA2B6D76A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85B8191-97E5-060A-FBC6-724B3914B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AEEEF65-896A-DA3D-7763-520FCD91D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243E3-D789-4719-83FE-36E08722C4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12215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F4E27A-1D52-F92A-23CE-11A0D479E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20329CD-ACC4-02F2-20ED-EC4F0A2094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A3D5CF5-F933-31B3-594C-27ED3603F6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FE1F573-4FCC-BF88-1177-2D146AA38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1F48A-8BF9-4662-AA97-F5CEA2B6D76A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4E14BFF-1131-B38B-0B00-8C5B708F7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168DB18-2BB7-1081-3737-6C83A68E6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243E3-D789-4719-83FE-36E08722C4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466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BAA6DB-BDC5-A174-F6E7-03BEC735B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85F154C-F2AD-2F9D-88E2-D1755A4BC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C439C0-D2FC-57BB-201A-D148EAF38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1F48A-8BF9-4662-AA97-F5CEA2B6D76A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6CF728-1A36-9216-FEA0-3F60DDD92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EA5D98-5796-FFB9-F828-0611B3323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243E3-D789-4719-83FE-36E08722C4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79953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50D5C91-6F25-525C-3EC8-FD15DF1C52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E5BA6FC-5F1D-F9D7-DF00-B5564ACEEC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6883A0-5D97-20FE-09D6-DE930F744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1F48A-8BF9-4662-AA97-F5CEA2B6D76A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1AAB7B-8D39-41A7-F265-9F77C7422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A5095F-74AF-6D74-F84A-31C39A6B6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243E3-D789-4719-83FE-36E08722C4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86071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1ECA4F5-DDF6-D17B-8FDE-75E741E37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671A8E7-768E-3F44-03A7-180F53494E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812858-56D2-4435-62F5-38C18D83F5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91F48A-8BF9-4662-AA97-F5CEA2B6D76A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C7568A-AA94-EBC5-F51C-1BAA54E14D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116F52-66FC-E0CC-6A52-1993E32B8D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F243E3-D789-4719-83FE-36E08722C4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3648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36FE3092-D9B0-9345-964C-20AA8BC4B9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224AAA9-4202-E8F8-4CF7-61113615D2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273"/>
          <a:stretch/>
        </p:blipFill>
        <p:spPr>
          <a:xfrm>
            <a:off x="0" y="2094270"/>
            <a:ext cx="12192000" cy="4406357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C4D71115-124C-6FB1-E5E5-5EACFCFB435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/>
              <a:t>Dejar esta pregunta fija + </a:t>
            </a:r>
            <a:r>
              <a:rPr lang="es-CO" dirty="0" err="1"/>
              <a:t>how</a:t>
            </a:r>
            <a:r>
              <a:rPr lang="es-CO" dirty="0"/>
              <a:t> </a:t>
            </a:r>
            <a:r>
              <a:rPr lang="es-CO" dirty="0" err="1"/>
              <a:t>old</a:t>
            </a:r>
            <a:r>
              <a:rPr lang="es-CO" dirty="0"/>
              <a:t> are </a:t>
            </a:r>
            <a:r>
              <a:rPr lang="es-CO" dirty="0" err="1"/>
              <a:t>you</a:t>
            </a:r>
            <a:r>
              <a:rPr lang="es-CO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73480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5AA36E-4997-0CC0-8627-51FEFA743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Variable, opciones de gusto nivel básico 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CF5C31B-9E6B-8FC6-74BE-11B6B94F1B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4400" y="1825625"/>
            <a:ext cx="8743200" cy="4351338"/>
          </a:xfrm>
        </p:spPr>
      </p:pic>
    </p:spTree>
    <p:extLst>
      <p:ext uri="{BB962C8B-B14F-4D97-AF65-F5344CB8AC3E}">
        <p14:creationId xmlns:p14="http://schemas.microsoft.com/office/powerpoint/2010/main" val="28223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29AC29-A555-DC5C-D54F-A27BB3CC1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6567AA9-C4E4-896C-BAEC-5B8BB20835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427"/>
          <a:stretch/>
        </p:blipFill>
        <p:spPr>
          <a:xfrm>
            <a:off x="0" y="1690688"/>
            <a:ext cx="12192000" cy="4491137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7FEB1FC7-8A98-1609-DB73-A7A7AF494581}"/>
              </a:ext>
            </a:extLst>
          </p:cNvPr>
          <p:cNvSpPr txBox="1">
            <a:spLocks/>
          </p:cNvSpPr>
          <p:nvPr/>
        </p:nvSpPr>
        <p:spPr>
          <a:xfrm>
            <a:off x="1167581" y="67617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/>
              <a:t>3 frases distintas fáciles de películas famosas (10 – 13 palabras) Nivel A2</a:t>
            </a:r>
          </a:p>
        </p:txBody>
      </p:sp>
    </p:spTree>
    <p:extLst>
      <p:ext uri="{BB962C8B-B14F-4D97-AF65-F5344CB8AC3E}">
        <p14:creationId xmlns:p14="http://schemas.microsoft.com/office/powerpoint/2010/main" val="2692928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9D7701-D8BE-061E-9937-5762F5B0A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814AE61-8B76-F514-69B4-87BF6F4F1D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397"/>
          <a:stretch/>
        </p:blipFill>
        <p:spPr>
          <a:xfrm>
            <a:off x="0" y="1798164"/>
            <a:ext cx="12192000" cy="4351338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BD3530E8-D202-4ECE-41E0-81BDA7E9CE1B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/>
              <a:t>3 frases distintas fáciles de películas famosas (10 – 13 palabras) A2 con </a:t>
            </a:r>
            <a:r>
              <a:rPr lang="es-CO" dirty="0" err="1"/>
              <a:t>pharal</a:t>
            </a:r>
            <a:r>
              <a:rPr lang="es-CO" dirty="0"/>
              <a:t> </a:t>
            </a:r>
            <a:r>
              <a:rPr lang="es-CO" dirty="0" err="1"/>
              <a:t>verb</a:t>
            </a:r>
            <a:r>
              <a:rPr lang="es-CO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9561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767047-0DA5-0656-30EF-7BAC3D994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25027BD-E3E6-549C-EF6D-C607C60195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97"/>
          <a:stretch/>
        </p:blipFill>
        <p:spPr>
          <a:xfrm>
            <a:off x="0" y="1690688"/>
            <a:ext cx="12192000" cy="4541699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9C648FFD-F60B-1044-4017-F48E95214C72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/>
              <a:t>3 frases distintas fáciles de películas famosas (10 – 13 palabras) B1</a:t>
            </a:r>
          </a:p>
        </p:txBody>
      </p:sp>
    </p:spTree>
    <p:extLst>
      <p:ext uri="{BB962C8B-B14F-4D97-AF65-F5344CB8AC3E}">
        <p14:creationId xmlns:p14="http://schemas.microsoft.com/office/powerpoint/2010/main" val="1343301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C3D967-1ABD-0885-5105-FCA105107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D2C9560-6E55-1AF1-83CD-C2A06CBE0E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409"/>
          <a:stretch/>
        </p:blipFill>
        <p:spPr>
          <a:xfrm>
            <a:off x="0" y="1690688"/>
            <a:ext cx="12192000" cy="4489575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53D5EBE0-34C4-CE4D-9A62-FD7E3CF60ABC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/>
              <a:t>3 frases distintas fáciles de películas famosas (18 – 25 palabras) B2 </a:t>
            </a:r>
          </a:p>
        </p:txBody>
      </p:sp>
    </p:spTree>
    <p:extLst>
      <p:ext uri="{BB962C8B-B14F-4D97-AF65-F5344CB8AC3E}">
        <p14:creationId xmlns:p14="http://schemas.microsoft.com/office/powerpoint/2010/main" val="4021789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054E3A-776B-B2DA-D34D-03E865481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92B5B06-043D-5370-0FAC-29A9C93897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912"/>
          <a:stretch/>
        </p:blipFill>
        <p:spPr>
          <a:xfrm>
            <a:off x="0" y="1465005"/>
            <a:ext cx="12192000" cy="4685079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57C5E416-1756-7802-C0E6-1BC28020E377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/>
              <a:t>3 frases distintas fáciles de películas famosas (10 – 15 palabras) C1</a:t>
            </a:r>
          </a:p>
        </p:txBody>
      </p:sp>
    </p:spTree>
    <p:extLst>
      <p:ext uri="{BB962C8B-B14F-4D97-AF65-F5344CB8AC3E}">
        <p14:creationId xmlns:p14="http://schemas.microsoft.com/office/powerpoint/2010/main" val="229202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EBF93D-97EA-0BA9-B361-2F55AA28C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00BC5FE-C870-B5D8-E7F9-FE92C04112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303"/>
          <a:stretch/>
        </p:blipFill>
        <p:spPr>
          <a:xfrm>
            <a:off x="0" y="1683057"/>
            <a:ext cx="12192000" cy="4168507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24CAED25-FD11-EBF3-1E5F-4E24CA32C9F4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/>
              <a:t>Dejarlo libro pero con párrafos limitados</a:t>
            </a:r>
          </a:p>
        </p:txBody>
      </p:sp>
    </p:spTree>
    <p:extLst>
      <p:ext uri="{BB962C8B-B14F-4D97-AF65-F5344CB8AC3E}">
        <p14:creationId xmlns:p14="http://schemas.microsoft.com/office/powerpoint/2010/main" val="2292514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9E9B3E-97A8-2143-34C1-863001ECB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2E8F54E-D45B-4DB2-2CBF-CD79E725CD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159"/>
          <a:stretch/>
        </p:blipFill>
        <p:spPr>
          <a:xfrm>
            <a:off x="0" y="1612490"/>
            <a:ext cx="12192000" cy="4582198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7018E935-5BC1-D9F9-8FC7-36E139300EA4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/>
              <a:t>5 preguntas variables B1 de OPINION (con </a:t>
            </a:r>
            <a:r>
              <a:rPr lang="es-CO" dirty="0" err="1"/>
              <a:t>how</a:t>
            </a:r>
            <a:r>
              <a:rPr lang="es-CO" dirty="0"/>
              <a:t> </a:t>
            </a:r>
            <a:r>
              <a:rPr lang="es-CO" dirty="0" err="1"/>
              <a:t>much</a:t>
            </a:r>
            <a:r>
              <a:rPr lang="es-CO" dirty="0"/>
              <a:t> </a:t>
            </a:r>
            <a:r>
              <a:rPr lang="es-CO" dirty="0" err="1"/>
              <a:t>how</a:t>
            </a:r>
            <a:r>
              <a:rPr lang="es-CO" dirty="0"/>
              <a:t> </a:t>
            </a:r>
            <a:r>
              <a:rPr lang="es-CO" dirty="0" err="1"/>
              <a:t>many</a:t>
            </a:r>
            <a:r>
              <a:rPr lang="es-CO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89492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E2050FE-712B-6448-0E6E-BB1DF96633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664"/>
          <a:stretch/>
        </p:blipFill>
        <p:spPr>
          <a:xfrm>
            <a:off x="0" y="2182761"/>
            <a:ext cx="12192000" cy="4035989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53E15D2B-7DA0-1421-3DBD-D8FC2283C970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/>
              <a:t>Las mismas 5 preguntas descriptivas, pero se varían las imágenes (8 imágenes)</a:t>
            </a:r>
          </a:p>
        </p:txBody>
      </p:sp>
    </p:spTree>
    <p:extLst>
      <p:ext uri="{BB962C8B-B14F-4D97-AF65-F5344CB8AC3E}">
        <p14:creationId xmlns:p14="http://schemas.microsoft.com/office/powerpoint/2010/main" val="2583412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FAC56D0-7416-733A-7624-203B81A02C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127"/>
          <a:stretch/>
        </p:blipFill>
        <p:spPr>
          <a:xfrm>
            <a:off x="0" y="2723535"/>
            <a:ext cx="12192000" cy="3445456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1F751D48-3971-B96C-AC7D-89F252DD45FE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 err="1"/>
              <a:t>Dejalo</a:t>
            </a:r>
            <a:r>
              <a:rPr lang="es-CO" dirty="0"/>
              <a:t> así</a:t>
            </a:r>
          </a:p>
        </p:txBody>
      </p:sp>
    </p:spTree>
    <p:extLst>
      <p:ext uri="{BB962C8B-B14F-4D97-AF65-F5344CB8AC3E}">
        <p14:creationId xmlns:p14="http://schemas.microsoft.com/office/powerpoint/2010/main" val="1374125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8D8AE98-75B7-81B1-3369-0E7CEF1FB9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354"/>
          <a:stretch/>
        </p:blipFill>
        <p:spPr>
          <a:xfrm>
            <a:off x="0" y="2635044"/>
            <a:ext cx="12192000" cy="3504355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07F83CC5-8EBE-A3CF-CD55-33FEE3FB6E2F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/>
              <a:t>5 variaciones de preguntas, pregunta principal mas 4 “</a:t>
            </a:r>
            <a:r>
              <a:rPr lang="es-CO" dirty="0" err="1"/>
              <a:t>you</a:t>
            </a:r>
            <a:r>
              <a:rPr lang="es-CO" dirty="0"/>
              <a:t> </a:t>
            </a:r>
            <a:r>
              <a:rPr lang="es-CO" dirty="0" err="1"/>
              <a:t>should</a:t>
            </a:r>
            <a:r>
              <a:rPr lang="es-CO" dirty="0"/>
              <a:t> </a:t>
            </a:r>
            <a:r>
              <a:rPr lang="es-CO" dirty="0" err="1"/>
              <a:t>say</a:t>
            </a:r>
            <a:r>
              <a:rPr lang="es-CO" dirty="0"/>
              <a:t>” de acuerdo a la pregunta principal. </a:t>
            </a:r>
          </a:p>
        </p:txBody>
      </p:sp>
    </p:spTree>
    <p:extLst>
      <p:ext uri="{BB962C8B-B14F-4D97-AF65-F5344CB8AC3E}">
        <p14:creationId xmlns:p14="http://schemas.microsoft.com/office/powerpoint/2010/main" val="1473792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20875CC-7E8D-40F2-068C-19C47E7691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915"/>
          <a:stretch/>
        </p:blipFill>
        <p:spPr>
          <a:xfrm>
            <a:off x="0" y="2546555"/>
            <a:ext cx="12192000" cy="3625483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CEA83ED3-DD0E-F366-7BA4-4D4842F66A2D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/>
              <a:t>Hacer  5 variaciones distintas de “pedir más detalles o información” utiliza diferentes escenarios (viaje, trabajo, fiesta, evento..)</a:t>
            </a:r>
          </a:p>
        </p:txBody>
      </p:sp>
    </p:spTree>
    <p:extLst>
      <p:ext uri="{BB962C8B-B14F-4D97-AF65-F5344CB8AC3E}">
        <p14:creationId xmlns:p14="http://schemas.microsoft.com/office/powerpoint/2010/main" val="4870563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172</Words>
  <Application>Microsoft Office PowerPoint</Application>
  <PresentationFormat>Panorámica</PresentationFormat>
  <Paragraphs>13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Tema de Office</vt:lpstr>
      <vt:lpstr>Presentación de PowerPoint</vt:lpstr>
      <vt:lpstr>Variable, opciones de gusto nivel básico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Usuario</dc:creator>
  <cp:lastModifiedBy>Usuario</cp:lastModifiedBy>
  <cp:revision>1</cp:revision>
  <dcterms:created xsi:type="dcterms:W3CDTF">2026-04-16T20:39:18Z</dcterms:created>
  <dcterms:modified xsi:type="dcterms:W3CDTF">2026-04-16T21:13:51Z</dcterms:modified>
</cp:coreProperties>
</file>