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0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AB8CC-8456-0593-8B46-695733353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198B2E-AA89-7BA3-48CC-127CEF4F8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63B573-B61A-D95B-997D-DD02F726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FFB524-CEBE-6932-2934-8926D76D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CDEAA1-7991-E39F-865C-FC975F24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145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48039-4201-23C0-53BF-035AFD8E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FADD13-2C1D-FEE3-3C12-03D1F3F59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5CAC14-D128-2EDB-5E38-067475FB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3A6AF8-BA86-0979-43F0-A5D613DC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6233CD-07C9-719C-3C12-0C1B8662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701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7E651-99DA-FE75-1D16-37FA111D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711E39-8EE5-DEE7-5EB5-C49B72CA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7082F7-BF30-E0A0-50E6-97E35F74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B756E8-A35A-D568-A431-FA396E0E5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B0D87D-D4E6-A408-A5B3-0A584202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1654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59F5F-B088-2098-3AA7-258E073D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E29AB-043E-B8FC-456F-FDBB9EF50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136527-02C5-C00C-2BDF-EBE10B914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FE3BAF-A8D1-B98E-B588-34DF8C04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EB2327-400B-282D-CA92-EC72DC41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24F024-388C-6DE5-BD4B-9D2B68C16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298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F8D87-1A5B-4037-776F-1675EDDC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FC01AC-B151-9251-0A0A-7832E18EE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9B90BD-8F91-A9DF-F116-51173B5BD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029768E-DC97-2535-C54A-7AFB3F6CE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F88BF0-2968-DCE7-F29E-F2132914A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24E975-171E-D392-D04D-473DC4F7B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45C5D6-32FA-18F5-B7C9-05307632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7993D7-B7FB-ABE4-ACA1-B4F861D3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171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CC96A-F217-504A-3730-EA962243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E809180-FB39-5A5E-65D8-C07060EC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FA8A67-E80E-593E-3D19-1667C320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B25DAC-504F-9341-F6F6-D24019A0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431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93F5E8-EFBE-FB42-6A3A-852B5B4C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124FEA-23ED-80A8-CD07-4348BD6C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F184D6-A5F9-1600-4D28-3DEE2AC7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636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B42A9-92DF-4FA9-9D36-F83AB67C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37300A-FD85-4F22-49AF-DB8012A9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4B1EB7-5763-BB01-D852-A049427D8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5FD8D2-C4AB-DA9B-7EE4-7BD4E6F5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DCEEDF-FE04-0BE5-056E-35293A29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9267F6-A55B-B4A6-3A61-E41E119C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096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D5874-B818-880A-F2DD-26121C4CB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A258FC-9B51-BE88-8BE8-0DD7D4C3A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F25DCB-293C-0CE9-2295-AE1819BBF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482EAA-E28D-560C-63C3-4893DF37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D33868-8C2C-7043-018A-BB5C40FB0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2A23C0-CB80-8E14-DAC9-B62927BC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38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B88AD-FDA6-B1DA-3F52-9306B31D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35A284-FE3F-4E9E-430A-B582DBEF3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BE9B06-975D-33A2-FC41-9C183C3C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0A5BF6-4FC5-8178-E9BB-1D07CE0E2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9060C4-7647-7227-1F9B-F65103E4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609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BB98E-4CE7-8945-8CDB-3D6DC76CA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33DFEA-B037-ECDF-3541-1C6C26F0E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789BC7-39BB-FFCD-2AB3-355106F0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90B987-4D32-295D-D3B7-73B16103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092B8B-F1A5-B2C7-15DB-2CC9876D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8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F570A7-DE41-C1F2-BA44-034B7DB2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4D6287-C896-358B-2A72-450E06FD3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CE1A32-5E45-FA93-AB25-44AE7FC74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0F7D4-0021-4445-9ED8-194EB9165929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20C5F-E16D-B666-7EDB-9CBD672ED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B46900-1C35-05A2-2E38-D448F9A57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06A2C-07A3-42A0-BE7A-66A27B6BEB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389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0BD7B83-9D3F-76AB-21E6-C95FEC38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480"/>
            <a:ext cx="12192000" cy="543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2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506B-13B1-2218-882F-A6823D3E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6A93A3-4EF3-5585-3784-E408D343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1160"/>
            <a:ext cx="12192000" cy="54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4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2D066-5301-B7BE-C579-02FD7D92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B32B33-FD4B-A6FC-D12F-A798617C7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641"/>
            <a:ext cx="12192000" cy="538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0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49C9B-1C88-F005-FECF-8325FE17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2CEDBA-46CB-0DE2-A46A-F712040E0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4511"/>
            <a:ext cx="12192000" cy="550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0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9E6A-3848-308A-1A64-7A390992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3CC7CC-3A9E-5E25-8950-0E1F876D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1280812"/>
            <a:ext cx="10202699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7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4BA1-A2F9-E3F2-FF69-68B0DE6F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74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2026-04-16T21:45:35Z</dcterms:created>
  <dcterms:modified xsi:type="dcterms:W3CDTF">2026-04-17T01:36:36Z</dcterms:modified>
</cp:coreProperties>
</file>